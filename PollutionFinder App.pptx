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4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6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79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0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3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4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9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9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8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1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29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0643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12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25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03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98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7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C89A512-D1C8-422E-8FE2-DACB091291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100A5-8170-48B9-8A01-26D46C93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194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7792" y="1620981"/>
            <a:ext cx="8825658" cy="1389945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PollutionFinder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1247" y="3384998"/>
            <a:ext cx="8825658" cy="86142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Full Stack Web Application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34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96729" y="1561922"/>
            <a:ext cx="11407344" cy="3709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PollutionFinder App is a full-stack web application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helps users to view country-wise air pollution data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Users can bookmark pollution details for future reference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application follows secure authentication and user-specific data handling</a:t>
            </a:r>
          </a:p>
        </p:txBody>
      </p:sp>
    </p:spTree>
    <p:extLst>
      <p:ext uri="{BB962C8B-B14F-4D97-AF65-F5344CB8AC3E}">
        <p14:creationId xmlns:p14="http://schemas.microsoft.com/office/powerpoint/2010/main" val="1951499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853248"/>
            <a:ext cx="11178744" cy="41954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 develop a secure and user-friendly pollution monitoring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 allow users to search pollution data by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 provide bookmark functionality for saving pollution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 ensure data security using JWT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753274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87283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872837"/>
            <a:ext cx="8946541" cy="41954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Registration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Login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Search pollution data by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View pollution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details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Bookmark pollution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View and delete bookmarked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Responsive and user-friendly UI</a:t>
            </a:r>
          </a:p>
        </p:txBody>
      </p:sp>
    </p:spTree>
    <p:extLst>
      <p:ext uri="{BB962C8B-B14F-4D97-AF65-F5344CB8AC3E}">
        <p14:creationId xmlns:p14="http://schemas.microsoft.com/office/powerpoint/2010/main" val="365250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86439" y="1485493"/>
            <a:ext cx="10389033" cy="3709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 loading and smooth performance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Secure handling of user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Support multiple users simultaneously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Easy navigation and usability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Proper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384502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853248"/>
            <a:ext cx="5214362" cy="419548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Frontend: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	React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HTML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CSS, JavaScript</a:t>
            </a:r>
          </a:p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Backend: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	Spring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Boot</a:t>
            </a:r>
          </a:p>
          <a:p>
            <a:pPr marL="0" indent="0"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	REST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APIs</a:t>
            </a:r>
          </a:p>
          <a:p>
            <a:pPr marL="0" indent="0"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	JWT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Authentication</a:t>
            </a: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931653" y="1853247"/>
            <a:ext cx="5214362" cy="419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3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Database: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	MySQL</a:t>
            </a:r>
          </a:p>
          <a:p>
            <a:r>
              <a:rPr lang="en-US" sz="3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Testing: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	JUnit</a:t>
            </a:r>
          </a:p>
          <a:p>
            <a:pPr marL="0" indent="0">
              <a:buFont typeface="Wingdings 3" charset="2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		Mockito</a:t>
            </a:r>
          </a:p>
          <a:p>
            <a:pPr marL="0" indent="0">
              <a:buFont typeface="Wingdings 3" charset="2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086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2" y="0"/>
            <a:ext cx="9404723" cy="85653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856537"/>
            <a:ext cx="5652655" cy="5715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	  User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↓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Register / Login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↓ </a:t>
            </a:r>
            <a:r>
              <a:rPr lang="en-US" dirty="0"/>
              <a:t>(JWT Token Authentication)</a:t>
            </a:r>
          </a:p>
          <a:p>
            <a:pPr marL="0" indent="0">
              <a:buNone/>
            </a:pPr>
            <a:r>
              <a:rPr lang="en-US" dirty="0"/>
              <a:t>Search Pollution Data (Country-wise)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	      ↓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View Pollution Details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↓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Bookmark Pollution Data</a:t>
            </a:r>
          </a:p>
          <a:p>
            <a:pPr marL="0" indent="0">
              <a:buNone/>
            </a:pPr>
            <a:r>
              <a:rPr lang="en-US" dirty="0" smtClean="0"/>
              <a:t>             </a:t>
            </a: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Saved in MySQL (User-specific)</a:t>
            </a:r>
          </a:p>
          <a:p>
            <a:pPr marL="0" indent="0">
              <a:buNone/>
            </a:pPr>
            <a:r>
              <a:rPr lang="en-US" dirty="0" smtClean="0"/>
              <a:t>             </a:t>
            </a: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View / Delete Bookmarks</a:t>
            </a:r>
          </a:p>
        </p:txBody>
      </p:sp>
    </p:spTree>
    <p:extLst>
      <p:ext uri="{BB962C8B-B14F-4D97-AF65-F5344CB8AC3E}">
        <p14:creationId xmlns:p14="http://schemas.microsoft.com/office/powerpoint/2010/main" val="394632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384" y="182555"/>
            <a:ext cx="9404723" cy="1002009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1749" y="1658063"/>
            <a:ext cx="8946541" cy="419548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Spring Boot REST APIs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JWT-based authentication for secured endpoints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MySQL database for storing users and bookmarks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Controller, Service, and Repository layers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Unit and integration testing using JUnit and Mockito</a:t>
            </a:r>
          </a:p>
          <a:p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67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81227"/>
          </a:xfrm>
        </p:spPr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3" y="1616950"/>
            <a:ext cx="9661669" cy="444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React-based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Login and registration pages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Pollution search and results page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Bookmark management page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API integration using fetch/</a:t>
            </a:r>
            <a:r>
              <a:rPr kumimoji="0" 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axios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Token-based authorization for protected routes</a:t>
            </a:r>
          </a:p>
        </p:txBody>
      </p:sp>
    </p:spTree>
    <p:extLst>
      <p:ext uri="{BB962C8B-B14F-4D97-AF65-F5344CB8AC3E}">
        <p14:creationId xmlns:p14="http://schemas.microsoft.com/office/powerpoint/2010/main" val="2539492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Bookmark Feature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Users can bookmark selected pollution data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Each bookmark is linked to a specific user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Bookmarked data is stored in MySQL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Users can view or delete bookmarks anytime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Bookmark APIs are secured using JWT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88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Users can bookmark selected pollution data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Each bookmark is linked to a specific user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Bookmarked data is stored in MySQL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Users can view or delete bookmarks anytime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Bookmark APIs are secured using JWT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86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86440" y="1853248"/>
            <a:ext cx="8006231" cy="297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Unit testing for service layer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Controller testing using Mockito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Ensures application reliability and correctness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Improves code quality and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3393529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Implementing JWT authentication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Integrating secured backend APIs with frontend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Managing user-specific bookmarks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Handling token expiration and authorization errors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068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Integrate real-time pollution APIs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Add graphical data visualization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Implement role-based access control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Deploy application on cloud platforms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531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665316"/>
            <a:ext cx="9461244" cy="297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Successfully developed a secure full-stack application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Implemented authentication and authorization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Enabled pollution data search and bookmarking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Gained hands-on experience in full-stack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3508523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65" y="2447773"/>
            <a:ext cx="4653253" cy="1400530"/>
          </a:xfrm>
        </p:spPr>
        <p:txBody>
          <a:bodyPr/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92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2157</TotalTime>
  <Words>352</Words>
  <Application>Microsoft Office PowerPoint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PollutionFinder App</vt:lpstr>
      <vt:lpstr>Project Overview </vt:lpstr>
      <vt:lpstr>Objective of the Project</vt:lpstr>
      <vt:lpstr>Functional Requirements</vt:lpstr>
      <vt:lpstr>Non-Functional Requirements </vt:lpstr>
      <vt:lpstr>Technology Stack</vt:lpstr>
      <vt:lpstr>Project Flow Diagram</vt:lpstr>
      <vt:lpstr>Backend Architecture </vt:lpstr>
      <vt:lpstr>Frontend Architecture</vt:lpstr>
      <vt:lpstr>Bookmark Feature Explanation</vt:lpstr>
      <vt:lpstr>Security Implementation </vt:lpstr>
      <vt:lpstr>Testing</vt:lpstr>
      <vt:lpstr>Challenges Faced 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PollutionFinder App</dc:title>
  <dc:creator>Microsoft account</dc:creator>
  <cp:lastModifiedBy>Microsoft account</cp:lastModifiedBy>
  <cp:revision>5</cp:revision>
  <dcterms:created xsi:type="dcterms:W3CDTF">2026-01-19T04:14:58Z</dcterms:created>
  <dcterms:modified xsi:type="dcterms:W3CDTF">2026-01-20T16:12:56Z</dcterms:modified>
</cp:coreProperties>
</file>